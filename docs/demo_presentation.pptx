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Аналитический отчёт · demo_data.csv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Сгенерирован: 23.04.2026 09:18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метрики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Общая сумма: 5 774 520.00</a:t>
            </a:r>
          </a:p>
          <a:p>
            <a:pPr>
              <a:defRPr sz="1800"/>
            </a:pPr>
            <a:r>
              <a:t>• Средний чек: 120 302.50</a:t>
            </a:r>
          </a:p>
          <a:p>
            <a:pPr>
              <a:defRPr sz="1800"/>
            </a:pPr>
            <a:r>
              <a:t>• Количество записей: 48</a:t>
            </a:r>
          </a:p>
          <a:p>
            <a:pPr>
              <a:defRPr sz="1800"/>
            </a:pPr>
            <a:r>
              <a:t>• Строк / колонок: 48 × 5</a:t>
            </a:r>
          </a:p>
          <a:p>
            <a:pPr>
              <a:defRPr sz="1800"/>
            </a:pPr>
            <a:r>
              <a:t>• Числовых метрик: 2</a:t>
            </a:r>
          </a:p>
          <a:p>
            <a:pPr>
              <a:defRPr sz="1800"/>
            </a:pPr>
            <a:r>
              <a:t>• Пропусков: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Динамика продаж · 23.04.2026 09:18</a:t>
            </a:r>
          </a:p>
        </p:txBody>
      </p:sp>
      <p:pic>
        <p:nvPicPr>
          <p:cNvPr id="3" name="Picture 2" descr="1d9032fbb83d4be6bf7f62ecb4916ab0__time_series__202604230918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Динамика «amount» по оси «date».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Топ позиций · 23.04.2026 09:18</a:t>
            </a:r>
          </a:p>
        </p:txBody>
      </p:sp>
      <p:pic>
        <p:nvPicPr>
          <p:cNvPr id="3" name="Picture 2" descr="1d9032fbb83d4be6bf7f62ecb4916ab0__top_items__202604230918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Топ позиций по сумме «amount», категория «product».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Количество по дням · 23.04.2026 09:18</a:t>
            </a:r>
          </a:p>
        </p:txBody>
      </p:sp>
      <p:pic>
        <p:nvPicPr>
          <p:cNvPr id="3" name="Picture 2" descr="1d9032fbb83d4be6bf7f62ecb4916ab0__daily_count__202604230918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Количество записей по дням колонки «date».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Продажи по месяцам · 23.04.2026 09:18</a:t>
            </a:r>
          </a:p>
        </p:txBody>
      </p:sp>
      <p:pic>
        <p:nvPicPr>
          <p:cNvPr id="3" name="Picture 2" descr="1d9032fbb83d4be6bf7f62ecb4916ab0__monthly_sales__202604230918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Сумма «amount» по месяцам «date».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Накопительный итог · 23.04.2026 09:18</a:t>
            </a:r>
          </a:p>
        </p:txBody>
      </p:sp>
      <p:pic>
        <p:nvPicPr>
          <p:cNvPr id="3" name="Picture 2" descr="1d9032fbb83d4be6bf7f62ecb4916ab0__cumulative__202604230918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Накопленная сумма «amount» по оси «date».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Распределение сумм · 23.04.2026 09:18</a:t>
            </a:r>
          </a:p>
        </p:txBody>
      </p:sp>
      <p:pic>
        <p:nvPicPr>
          <p:cNvPr id="3" name="Picture 2" descr="1d9032fbb83d4be6bf7f62ecb4916ab0__distribution__202604230918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Распределение значений «amount».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Топ позиций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280160"/>
          <a:ext cx="7315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79248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Позиция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Сумма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t>MacBook Pro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699 980.00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t>iPhone 15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649 950.00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t>MacBook Air 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599 960.00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t>MacBook Pro 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499 980.00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t>Dell XPS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379 980.00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Найдено 48 строк и 5 колонок.</a:t>
            </a:r>
          </a:p>
          <a:p>
            <a:pPr>
              <a:defRPr sz="1600"/>
            </a:pPr>
            <a:r>
              <a:t>• Числовая статистика рассчитана с игнорированием NaN, пропуски вынесены в отдельный блок.</a:t>
            </a:r>
          </a:p>
          <a:p>
            <a:pPr>
              <a:defRPr sz="1600"/>
            </a:pPr>
            <a:r>
              <a:t>• Наибольшая вариативность у колонки «amount».</a:t>
            </a:r>
          </a:p>
          <a:p>
            <a:pPr>
              <a:defRPr sz="1600"/>
            </a:pPr>
            <a:r>
              <a:t>• Колонка «product» подходит для bar-chart сегментации.</a:t>
            </a:r>
          </a:p>
          <a:p>
            <a:pPr>
              <a:defRPr sz="1600"/>
            </a:pPr>
            <a:r>
              <a:t>• Похоже на данные продаж: дата «date», сумма «amount». Доступен бизнес-отчёт в PDF и PPTX.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