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Аналитический отчёт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Сгенерирован: 18.01.2026 19:44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метрики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• Общая сумма продаж: 5,774,520.00 руб.</a:t>
            </a:r>
            <a:br/>
            <a:r>
              <a:t>• Средний чек: 120,302.50 руб.</a:t>
            </a:r>
            <a:br/>
            <a:r>
              <a:t>• Общее количество заказов: 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Динамика продаж</a:t>
            </a:r>
          </a:p>
        </p:txBody>
      </p:sp>
      <p:pic>
        <p:nvPicPr>
          <p:cNvPr id="3" name="Picture 2" descr="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Топ позиций по продажам</a:t>
            </a:r>
          </a:p>
        </p:txBody>
      </p:sp>
      <p:pic>
        <p:nvPicPr>
          <p:cNvPr id="3" name="Picture 2" descr="top_ite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Количество записей по дате</a:t>
            </a:r>
          </a:p>
        </p:txBody>
      </p:sp>
      <p:pic>
        <p:nvPicPr>
          <p:cNvPr id="3" name="Picture 2" descr="daily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Продажи по месяцам</a:t>
            </a:r>
          </a:p>
        </p:txBody>
      </p:sp>
      <p:pic>
        <p:nvPicPr>
          <p:cNvPr id="3" name="Picture 2" descr="month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Накопленные продажи</a:t>
            </a:r>
          </a:p>
        </p:txBody>
      </p:sp>
      <p:pic>
        <p:nvPicPr>
          <p:cNvPr id="3" name="Picture 2" descr="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Распределение сумм продаж</a:t>
            </a:r>
          </a:p>
        </p:txBody>
      </p:sp>
      <p:pic>
        <p:nvPicPr>
          <p:cNvPr id="3" name="Picture 2" descr="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Детализация топ позиций (часть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13716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Позиция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Сумма продаж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MacBook Pro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699,980.00</a:t>
                      </a:r>
                    </a:p>
                  </a:txBody>
                  <a:tcPr/>
                </a:tc>
              </a:tr>
              <a:tr h="1371600">
                <a:tc>
                  <a:txBody>
                    <a:bodyPr/>
                    <a:lstStyle/>
                    <a:p>
                      <a:r>
                        <a:t>iPhone 15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649,950.00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Детализация топ позиций (часть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10287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Позиция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Сумма продаж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MacBook Air M3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599,960.00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MacBook Pro 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499,980.00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r>
                        <a:t>Dell XPS 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379,980.00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